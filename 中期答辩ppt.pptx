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3" r:id="rId7"/>
    <p:sldId id="262" r:id="rId8"/>
    <p:sldId id="259" r:id="rId9"/>
    <p:sldId id="264" r:id="rId10"/>
    <p:sldId id="267" r:id="rId11"/>
    <p:sldId id="268" r:id="rId12"/>
    <p:sldId id="269" r:id="rId13"/>
    <p:sldId id="265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4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7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封面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组员负责人</a:t>
            </a:r>
            <a:r>
              <a:rPr lang="zh-CN" altLang="en-US"/>
              <a:t>日期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项目简介（</a:t>
            </a:r>
            <a:r>
              <a:rPr lang="en-US" altLang="zh-CN"/>
              <a:t>1</a:t>
            </a:r>
            <a:r>
              <a:rPr lang="zh-CN" altLang="en-US"/>
              <a:t>到</a:t>
            </a:r>
            <a:r>
              <a:rPr lang="en-US" altLang="zh-CN"/>
              <a:t>2min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背景（行业痛点市场背景调研背景等），简介，计划</a:t>
            </a:r>
            <a:r>
              <a:rPr lang="zh-CN" altLang="en-US"/>
              <a:t>目标</a:t>
            </a:r>
            <a:endParaRPr lang="zh-CN" altLang="en-US"/>
          </a:p>
          <a:p>
            <a:r>
              <a:rPr lang="zh-CN" altLang="en-US"/>
              <a:t>随着信息技术的快速发展，编程已成为一项重要的技能，尤其是在人工智能、大数据、云计算等</a:t>
            </a:r>
            <a:endParaRPr lang="zh-CN" altLang="en-US"/>
          </a:p>
          <a:p>
            <a:r>
              <a:rPr lang="zh-CN" altLang="en-US"/>
              <a:t>领域的兴起，编程能力的需求日益增加。然而，传统的编程学习方式往往存在以下问题：</a:t>
            </a:r>
            <a:endParaRPr lang="zh-CN" altLang="en-US"/>
          </a:p>
          <a:p>
            <a:r>
              <a:rPr lang="zh-CN" altLang="en-US"/>
              <a:t>学习资源分散：许多学习者难以找到系统化、结构化的学习资源。</a:t>
            </a:r>
            <a:endParaRPr lang="zh-CN" altLang="en-US"/>
          </a:p>
          <a:p>
            <a:r>
              <a:rPr lang="zh-CN" altLang="en-US"/>
              <a:t>缺乏个性化指导：传统的编程课程通常是线性的，无法根据学习者的个性化需求进行调整。</a:t>
            </a:r>
            <a:endParaRPr lang="zh-CN" altLang="en-US"/>
          </a:p>
          <a:p>
            <a:r>
              <a:rPr lang="zh-CN" altLang="en-US"/>
              <a:t>学习反馈不及时：学习者在编写代码时，往往无法及时获得反馈，导致学习效率低下。</a:t>
            </a:r>
            <a:endParaRPr lang="zh-CN" altLang="en-US"/>
          </a:p>
          <a:p>
            <a:r>
              <a:rPr lang="zh-CN" altLang="en-US"/>
              <a:t>学习动力不足：编程学习过程较为枯燥，缺乏有效的激励机制，容易导致学习者中途放弃。</a:t>
            </a:r>
            <a:endParaRPr lang="zh-CN" altLang="en-US"/>
          </a:p>
          <a:p>
            <a:r>
              <a:rPr lang="zh-CN" altLang="en-US"/>
              <a:t>基于此，本项目旨在开发一个基于</a:t>
            </a:r>
            <a:r>
              <a:rPr lang="en-US" altLang="zh-CN"/>
              <a:t> </a:t>
            </a:r>
            <a:r>
              <a:rPr lang="zh-CN" altLang="en-US"/>
              <a:t>智</a:t>
            </a:r>
            <a:r>
              <a:rPr lang="en-US" altLang="zh-CN"/>
              <a:t> </a:t>
            </a:r>
            <a:r>
              <a:rPr lang="zh-CN" altLang="en-US"/>
              <a:t>能</a:t>
            </a:r>
            <a:r>
              <a:rPr lang="en-US" altLang="zh-CN"/>
              <a:t> </a:t>
            </a:r>
            <a:r>
              <a:rPr lang="zh-CN" altLang="en-US"/>
              <a:t>体</a:t>
            </a:r>
            <a:r>
              <a:rPr lang="en-US" altLang="zh-CN"/>
              <a:t> </a:t>
            </a:r>
            <a:r>
              <a:rPr lang="zh-CN" altLang="en-US"/>
              <a:t>引导的编程学习系统通过</a:t>
            </a:r>
            <a:r>
              <a:rPr lang="en-US" altLang="zh-CN"/>
              <a:t>AI</a:t>
            </a:r>
            <a:r>
              <a:rPr lang="zh-CN" altLang="en-US"/>
              <a:t>代理来为用户提供个</a:t>
            </a:r>
            <a:endParaRPr lang="zh-CN" altLang="en-US"/>
          </a:p>
          <a:p>
            <a:r>
              <a:rPr lang="zh-CN" altLang="en-US"/>
              <a:t>性化的学习路径、实时反馈和动态难度调整，帮助用户更高效地掌握编程技能。该系统不仅能够</a:t>
            </a:r>
            <a:endParaRPr lang="zh-CN" altLang="en-US"/>
          </a:p>
          <a:p>
            <a:r>
              <a:rPr lang="zh-CN" altLang="en-US"/>
              <a:t>提供基础的教学内容，还能通过智能体自主分析用户的学习行为，提供针对性的练习和改进建</a:t>
            </a:r>
            <a:endParaRPr lang="zh-CN" altLang="en-US"/>
          </a:p>
          <a:p>
            <a:r>
              <a:rPr lang="zh-CN" altLang="en-US"/>
              <a:t>议，提升学习效果。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项目成果和进展</a:t>
            </a:r>
            <a:r>
              <a:rPr lang="zh-CN" altLang="en-US"/>
              <a:t>（</a:t>
            </a:r>
            <a:r>
              <a:rPr lang="en-US" altLang="zh-CN"/>
              <a:t>3min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智能体交互介绍和</a:t>
            </a:r>
            <a:r>
              <a:rPr lang="zh-CN" altLang="en-US"/>
              <a:t>展示</a:t>
            </a:r>
            <a:endParaRPr lang="zh-CN" altLang="en-US"/>
          </a:p>
          <a:p>
            <a:r>
              <a:rPr lang="zh-CN" altLang="en-US"/>
              <a:t>静态网站</a:t>
            </a:r>
            <a:r>
              <a:rPr lang="zh-CN" altLang="en-US"/>
              <a:t>展示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智能体介绍加展示（</a:t>
            </a:r>
            <a:r>
              <a:rPr lang="en-US" altLang="zh-CN"/>
              <a:t>2.5min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我们采用多智能体协作的</a:t>
            </a:r>
            <a:r>
              <a:rPr lang="zh-CN" altLang="en-US"/>
              <a:t>设计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我们要让智能体完成的</a:t>
            </a:r>
            <a:r>
              <a:rPr lang="zh-CN" altLang="en-US"/>
              <a:t>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需求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25" y="1790700"/>
            <a:ext cx="10035540" cy="36683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系统静态块图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块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25" y="1757680"/>
            <a:ext cx="6417945" cy="43078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动态</a:t>
            </a:r>
            <a:r>
              <a:rPr lang="zh-CN" altLang="en-US"/>
              <a:t>交互行为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行为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80" y="1313815"/>
            <a:ext cx="5886450" cy="48952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实际交互展示，调用答疑代理展示基本</a:t>
            </a:r>
            <a:r>
              <a:rPr lang="zh-CN" altLang="en-US"/>
              <a:t>工作流程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4670" y="1496695"/>
            <a:ext cx="10968990" cy="3476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展示结果</a:t>
            </a:r>
            <a:r>
              <a:rPr lang="zh-CN" altLang="en-US"/>
              <a:t>和认知</a:t>
            </a:r>
            <a:r>
              <a:rPr lang="zh-CN" altLang="en-US"/>
              <a:t>更新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3275" y="1313815"/>
            <a:ext cx="5107305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270" y="923290"/>
            <a:ext cx="3836035" cy="52578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展示保存</a:t>
            </a:r>
            <a:r>
              <a:rPr lang="zh-CN" altLang="en-US"/>
              <a:t>上下文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2425065"/>
            <a:ext cx="10968990" cy="2889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静态网站页面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项目的下一步</a:t>
            </a:r>
            <a:r>
              <a:rPr lang="zh-CN" altLang="en-US"/>
              <a:t>计划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继续完善</a:t>
            </a:r>
            <a:r>
              <a:rPr lang="zh-CN" altLang="en-US"/>
              <a:t>智能体</a:t>
            </a:r>
            <a:endParaRPr lang="zh-CN" altLang="en-US"/>
          </a:p>
          <a:p>
            <a:r>
              <a:rPr lang="zh-CN" altLang="en-US"/>
              <a:t>初步部署</a:t>
            </a:r>
            <a:r>
              <a:rPr lang="zh-CN" altLang="en-US"/>
              <a:t>服务端</a:t>
            </a:r>
            <a:endParaRPr lang="zh-CN" altLang="en-US"/>
          </a:p>
          <a:p>
            <a:r>
              <a:rPr lang="zh-CN" altLang="en-US"/>
              <a:t>测</a:t>
            </a:r>
            <a:r>
              <a:rPr lang="zh-CN" altLang="en-US"/>
              <a:t>试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投入使用并</a:t>
            </a:r>
            <a:r>
              <a:rPr lang="zh-CN" altLang="en-US"/>
              <a:t>宣发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WPS 演示</Application>
  <PresentationFormat>宽屏</PresentationFormat>
  <Paragraphs>49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陆康</cp:lastModifiedBy>
  <cp:revision>158</cp:revision>
  <dcterms:created xsi:type="dcterms:W3CDTF">2019-06-19T02:08:00Z</dcterms:created>
  <dcterms:modified xsi:type="dcterms:W3CDTF">2025-11-03T12:59:08Z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DAB7D06BECBD480BBF836CC8A0BAB400_11</vt:lpwstr>
  </property>
</Properties>
</file>